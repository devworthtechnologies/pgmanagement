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A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&amp; HOSTEL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Manager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your rent register does.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it loses.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for Indian PG &amp; hostel owners — rooms, guests and rent, off the notebook and onto your phone.</a:t>
            </a:r>
            <a:endParaRPr lang="en-US" sz="1300" dirty="0"/>
          </a:p>
        </p:txBody>
      </p:sp>
      <p:pic>
        <p:nvPicPr>
          <p:cNvPr id="7" name="Image 0" descr="/sessions/magical-wonderful-feynman/mnt/outputs/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502920"/>
            <a:ext cx="2852057" cy="5989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 works. Until it doesn't.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magical-wonderful-feynman/mnt/outputs/icons/ic_layer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85381"/>
            <a:ext cx="419527" cy="4195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ln w="12700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1947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copy, one place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17320" y="229514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on a desk at the property. Lose it, damage it, or leave it at home, and there's no record to work from that day.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magical-wonderful-feynman/mnt/outputs/icons/ic_rupe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182661"/>
            <a:ext cx="419527" cy="41952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17320" y="3044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you redo every month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417320" y="339242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room rent per guest, tallying who's paid, chasing who hasn't — done by hand, from scratch, every single month.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magical-wonderful-feynman/mnt/outputs/icons/ic_pencil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4279941"/>
            <a:ext cx="419527" cy="41952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ln w="12700">
            <a:solidFill>
              <a:srgbClr val="EAEAE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41732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nobody can trust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417320" y="448970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crossed-out number reads exactly the same whether it was an honest mistake or something else.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sessions/magical-wonderful-feynman/mnt/outputs/icons/ic_arrow_up_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5377221"/>
            <a:ext cx="419527" cy="41952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ln w="12700">
            <a:solidFill>
              <a:srgbClr val="EAEAE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417320" y="5239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from off-site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417320" y="558698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 running the PG from another city has no way to know what's happening there today.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no paperwork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Manager replaces the register with a system that does the arithmetic, keeps the history, and works from any phone.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511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96112" y="3200400"/>
            <a:ext cx="566928" cy="566928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9" name="Image 0" descr="/sessions/magical-wonderful-feynman/mnt/outputs/icons/ic_build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13" y="327410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9593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rooms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" y="4709160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Capacity, AC or non-AC, and the room's total rent.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91256" y="377647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74720" y="23317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30752" y="25511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3730752" y="3200400"/>
            <a:ext cx="566928" cy="566928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16" name="Image 1" descr="/sessions/magical-wonderful-feynman/mnt/outputs/icons/ic_users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453" y="3274101"/>
            <a:ext cx="419527" cy="4195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30752" y="39593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guests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730752" y="4709160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per guest is calculated for you, split evenly by bed.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025896" y="377647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09360" y="23317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65392" y="25511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6565392" y="3200400"/>
            <a:ext cx="566928" cy="566928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23" name="Image 2" descr="/sessions/magical-wonderful-feynman/mnt/outputs/icons/ic_rupe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093" y="3274101"/>
            <a:ext cx="419527" cy="41952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65392" y="39593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rent as it lands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65392" y="4709160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cash, bank transfer or card — the balance due is prefilled.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860536" y="377647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144000" y="233172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00032" y="25511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Shape 24"/>
          <p:cNvSpPr/>
          <p:nvPr/>
        </p:nvSpPr>
        <p:spPr>
          <a:xfrm>
            <a:off x="9400032" y="3200400"/>
            <a:ext cx="566928" cy="566928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30" name="Image 3" descr="/sessions/magical-wonderful-feynman/mnt/outputs/icons/ic_hom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733" y="3274101"/>
            <a:ext cx="419527" cy="4195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00032" y="3959352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everything, live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400032" y="4709160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Occupancy, collections and dues — from any phone, anywhere.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9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screen. The whole property.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204825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39AF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92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rent and this month's collections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glance, the moment you open the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00837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39AF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529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across every room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172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beds are full, and how many are free.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96849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39AF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130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who owes what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1330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who haven't paid, ranked highest first.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492861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39AF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73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guest or record a payment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093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two taps, from the same screen.</a:t>
            </a:r>
            <a:endParaRPr lang="en-US" sz="1200" dirty="0"/>
          </a:p>
        </p:txBody>
      </p:sp>
      <p:pic>
        <p:nvPicPr>
          <p:cNvPr id="17" name="Image 0" descr="/sessions/magical-wonderful-feynman/mnt/outputs/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02920"/>
            <a:ext cx="2852057" cy="5989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9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and guests that stay in sync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room's rent once — every guest assigned to it gets their share calculated automatically, split evenly by bed. Every guest's profile — contact, ID, food preference, move-in date — is searchable in seconds.</a:t>
            </a:r>
            <a:endParaRPr lang="en-US" sz="1300" dirty="0"/>
          </a:p>
        </p:txBody>
      </p:sp>
      <p:pic>
        <p:nvPicPr>
          <p:cNvPr id="6" name="Image 0" descr="/sessions/magical-wonderful-feynman/mnt/outputs/4_roo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057400"/>
            <a:ext cx="2177143" cy="4572000"/>
          </a:xfrm>
          <a:prstGeom prst="rect">
            <a:avLst/>
          </a:prstGeom>
        </p:spPr>
      </p:pic>
      <p:pic>
        <p:nvPicPr>
          <p:cNvPr id="7" name="Image 1" descr="/sessions/magical-wonderful-feynman/mnt/outputs/3_gue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2177143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9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rent without doing the math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 payment prefills the exact balance due. Every entry is timestamped and attributed. Made a mistake? Nothing is edited or erased — the wrong entry is voided and the correct one takes its place, both visible, forever.</a:t>
            </a:r>
            <a:endParaRPr lang="en-US" sz="1300" dirty="0"/>
          </a:p>
        </p:txBody>
      </p:sp>
      <p:pic>
        <p:nvPicPr>
          <p:cNvPr id="6" name="Image 0" descr="/sessions/magical-wonderful-feynman/mnt/outputs/7_record_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057400"/>
            <a:ext cx="2177143" cy="4572000"/>
          </a:xfrm>
          <a:prstGeom prst="rect">
            <a:avLst/>
          </a:prstGeom>
        </p:spPr>
      </p:pic>
      <p:pic>
        <p:nvPicPr>
          <p:cNvPr id="7" name="Image 1" descr="/sessions/magical-wonderful-feynman/mnt/outputs/5_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2177143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a PG actually runs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7" name="Image 0" descr="/sessions/magical-wonderful-feynman/mnt/outputs/icons/ic_layer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339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Multi-property, one login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PG or five. Switch between them instantly.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07992" y="187452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12" name="Image 1" descr="/sessions/magical-wonderful-feynman/mnt/outputs/icons/ic_shield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93395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Manager / Staff roles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07992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staff access without handing over control.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10144" y="169164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93024" y="187452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17" name="Image 2" descr="/sessions/magical-wonderful-feynman/mnt/outputs/icons/ic_rupe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193395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87384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rent splitting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93024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Whole-room rent, divided per guest, every time.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1546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22" name="Image 3" descr="/sessions/magical-wonderful-feynman/mnt/outputs/icons/ic_ban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339699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Fat-finger guard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 payment that looks like a typo before it saves.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31546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07992" y="333756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27" name="Image 4" descr="/sessions/magical-wonderful-feynman/mnt/outputs/icons/ic_home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428" y="339699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07992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Occupancy, collections and dues — always current.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10144" y="31546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93024" y="333756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32" name="Image 5" descr="/sessions/magical-wonderful-feynman/mnt/outputs/icons/ic_history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460" y="3396996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87384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guest history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193024" y="3886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guest, every stay — searchable long after move-out.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40080" y="461772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37" name="Image 6" descr="/sessions/magical-wonderful-feynman/mnt/outputs/icons/ic_search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" y="4860036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4754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one-tap calling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822960" y="5349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anyone by name, room or phone; call from the app.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325112" y="461772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507992" y="480060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42" name="Image 7" descr="/sessions/magical-wonderful-feynman/mnt/outputs/icons/ic_users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428" y="4860036"/>
            <a:ext cx="338328" cy="33832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02352" y="4754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Move-out, not delete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4507992" y="5349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guest who leaves keeps their whole record intact.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010144" y="461772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193024" y="4800600"/>
            <a:ext cx="457200" cy="457200"/>
          </a:xfrm>
          <a:prstGeom prst="ellipse">
            <a:avLst/>
          </a:prstGeom>
          <a:solidFill>
            <a:srgbClr val="F1F1F1"/>
          </a:solidFill>
          <a:ln/>
        </p:spPr>
      </p:sp>
      <p:pic>
        <p:nvPicPr>
          <p:cNvPr id="47" name="Image 8" descr="/sessions/magical-wonderful-feynman/mnt/outputs/icons/ic_calendar_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4860036"/>
            <a:ext cx="338328" cy="33832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87384" y="4754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193024" y="5349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formatting, DD/MM/YYYY dates, IST by default.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A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ever thrown away.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register has a ceiling. It fills up, and the history goes in a box — or the bin. PG Manager doesn't have that wall.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12064" cy="512064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7" name="Image 0" descr="/sessions/magical-wonderful-feynman/mnt/outputs/icons/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2946928"/>
            <a:ext cx="378927" cy="378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8437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stays in the ledger.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BA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are voided and re-entered, never deleted — the full trail survives.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512064" cy="512064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1" name="Image 1" descr="/sessions/magical-wonderful-feynman/mnt/outputs/icons/ic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907048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8039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guest is still there.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BA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stay and payment history, searchable years after they've moved out.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512064" cy="512064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5" name="Image 2" descr="/sessions/magical-wonderful-feynman/mnt/outputs/icons/ic_trending_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867168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7640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history only grows.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BA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longer you use it, the more complete your property's record becomes — nothing resets.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 vs. PG Manager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41080" y="1600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Manager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10927080" cy="512064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6712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lives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1671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desk, one property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41080" y="21671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phone, any property, anywhere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67919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math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6791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hand, every month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41080" y="26791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automatically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10927080" cy="512064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9125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319125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crossed-out number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31912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linked, timestamped entry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370332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fills up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37033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 in a box, or binned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41080" y="37033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growing — never resets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215384"/>
            <a:ext cx="10927080" cy="512064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153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more than one PG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0" y="421538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register per property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41080" y="42153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login, every property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472744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what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47274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41080" y="47274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attributed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239512"/>
            <a:ext cx="10927080" cy="512064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23951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 old entry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523951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which page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41080" y="52395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search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9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who can do what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— Owner, Manager, Staff — each with different limits. The ledger is append-only by design: there is no “edit” button that quietly rewrites history.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of every property, including who else has access.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862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day-to-day operations — can void or correct a payment.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2862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record guests and payments, but can't undo 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0CA678"/>
          </a:solidFill>
          <a:ln/>
        </p:spPr>
      </p:sp>
      <p:pic>
        <p:nvPicPr>
          <p:cNvPr id="16" name="Image 0" descr="/sessions/magical-wonderful-feynman/mnt/outputs/icons/ic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006" y="4210446"/>
            <a:ext cx="284196" cy="2841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414223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records who entered it — and who voided it, if it was.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0CA678"/>
          </a:solidFill>
          <a:ln/>
        </p:spPr>
      </p:sp>
      <p:pic>
        <p:nvPicPr>
          <p:cNvPr id="19" name="Image 1" descr="/sessions/magical-wonderful-feynman/mnt/outputs/icons/ic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6" y="4777374"/>
            <a:ext cx="284196" cy="2841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470916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Voiding never deletes a row. It stays visible, struck through, excluded from totals.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AB0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76856"/>
            <a:ext cx="82296" cy="82296"/>
          </a:xfrm>
          <a:prstGeom prst="ellipse">
            <a:avLst/>
          </a:prstGeom>
          <a:solidFill>
            <a:srgbClr val="0CA67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staff by email, with scoped roles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82296" cy="82296"/>
          </a:xfrm>
          <a:prstGeom prst="ellipse">
            <a:avLst/>
          </a:prstGeom>
          <a:solidFill>
            <a:srgbClr val="0CA6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7614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guest ID &amp; photo documents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82296" cy="82296"/>
          </a:xfrm>
          <a:prstGeom prst="ellipse">
            <a:avLst/>
          </a:prstGeom>
          <a:solidFill>
            <a:srgbClr val="0CA67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4198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storage for ID numbers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82296" cy="82296"/>
          </a:xfrm>
          <a:prstGeom prst="ellipse">
            <a:avLst/>
          </a:prstGeom>
          <a:solidFill>
            <a:srgbClr val="0CA678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0782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audit log of every change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9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ROADMAP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276856"/>
            <a:ext cx="82296" cy="82296"/>
          </a:xfrm>
          <a:prstGeom prst="ellipse">
            <a:avLst/>
          </a:prstGeom>
          <a:solidFill>
            <a:srgbClr val="339AF0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1031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rent-due reminders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935224"/>
            <a:ext cx="82296" cy="82296"/>
          </a:xfrm>
          <a:prstGeom prst="ellipse">
            <a:avLst/>
          </a:prstGeom>
          <a:solidFill>
            <a:srgbClr val="339AF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7614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rent collection inside the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593592"/>
            <a:ext cx="82296" cy="82296"/>
          </a:xfrm>
          <a:prstGeom prst="ellipse">
            <a:avLst/>
          </a:prstGeom>
          <a:solidFill>
            <a:srgbClr val="339AF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4198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Multi-month arrears tracking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82296" cy="82296"/>
          </a:xfrm>
          <a:prstGeom prst="ellipse">
            <a:avLst/>
          </a:prstGeom>
          <a:solidFill>
            <a:srgbClr val="339A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0782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guest-facing view of their own rent status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659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running your PG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notebook.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Manager — built for Indian PG &amp; hostel owners.</a:t>
            </a:r>
            <a:endParaRPr lang="en-US" sz="1500" dirty="0"/>
          </a:p>
        </p:txBody>
      </p:sp>
      <p:pic>
        <p:nvPicPr>
          <p:cNvPr id="5" name="Image 0" descr="/sessions/magical-wonderful-feynman/mnt/outputs/icons/ic_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434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702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+91 63744 26001</a:t>
            </a:r>
            <a:endParaRPr lang="en-US" sz="1500" dirty="0"/>
          </a:p>
        </p:txBody>
      </p:sp>
      <p:pic>
        <p:nvPicPr>
          <p:cNvPr id="7" name="Image 1" descr="/sessions/magical-wonderful-feynman/mnt/outputs/icons/ic_mai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6402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4690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info@devworthtechonologies.com</a:t>
            </a:r>
            <a:endParaRPr lang="en-US" sz="1500" dirty="0"/>
          </a:p>
        </p:txBody>
      </p:sp>
      <p:pic>
        <p:nvPicPr>
          <p:cNvPr id="9" name="Image 2" descr="/sessions/magical-wonderful-feynman/mnt/outputs/icons/ic_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8464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51114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devworthtechnologies.com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2026-07-30T03:35:11Z</dcterms:created>
  <dcterms:modified xsi:type="dcterms:W3CDTF">2026-07-30T03:35:11Z</dcterms:modified>
</cp:coreProperties>
</file>